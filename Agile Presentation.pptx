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62725D-11AC-41AD-9A3D-44B43D1C17F6}" v="5" dt="2026-08-15T21:55:22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56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a S" userId="c417cd13a4775996" providerId="LiveId" clId="{142855CB-7B58-42BF-A5F7-D603B7B8CF4E}"/>
    <pc:docChg chg="custSel modSld">
      <pc:chgData name="Mia S" userId="c417cd13a4775996" providerId="LiveId" clId="{142855CB-7B58-42BF-A5F7-D603B7B8CF4E}" dt="2026-08-15T21:55:10.528" v="8" actId="27636"/>
      <pc:docMkLst>
        <pc:docMk/>
      </pc:docMkLst>
      <pc:sldChg chg="modSp mod">
        <pc:chgData name="Mia S" userId="c417cd13a4775996" providerId="LiveId" clId="{142855CB-7B58-42BF-A5F7-D603B7B8CF4E}" dt="2026-08-15T21:55:10.528" v="8" actId="27636"/>
        <pc:sldMkLst>
          <pc:docMk/>
          <pc:sldMk cId="0" sldId="256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528" v="8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57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58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59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ia S" userId="c417cd13a4775996" providerId="LiveId" clId="{142855CB-7B58-42BF-A5F7-D603B7B8CF4E}" dt="2026-08-15T21:55:10.488" v="7"/>
        <pc:sldMkLst>
          <pc:docMk/>
          <pc:sldMk cId="0" sldId="260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61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62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2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Mia S" userId="c417cd13a4775996" providerId="LiveId" clId="{142855CB-7B58-42BF-A5F7-D603B7B8CF4E}" dt="2026-08-15T21:55:10.488" v="7"/>
        <pc:sldMkLst>
          <pc:docMk/>
          <pc:sldMk cId="0" sldId="263"/>
        </pc:sldMkLst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ia S" userId="c417cd13a4775996" providerId="LiveId" clId="{142855CB-7B58-42BF-A5F7-D603B7B8CF4E}" dt="2026-08-15T21:55:10.488" v="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2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8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7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6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1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73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7476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2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7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07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69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6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69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67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01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173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76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0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9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79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61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30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31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45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6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8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  <p:sldLayoutId id="2147483810" r:id="rId20"/>
    <p:sldLayoutId id="2147483811" r:id="rId21"/>
    <p:sldLayoutId id="2147483812" r:id="rId22"/>
    <p:sldLayoutId id="2147483813" r:id="rId23"/>
    <p:sldLayoutId id="2147483814" r:id="rId24"/>
    <p:sldLayoutId id="2147483815" r:id="rId25"/>
    <p:sldLayoutId id="2147483816" r:id="rId26"/>
    <p:sldLayoutId id="214748381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Agile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Scrum-Agile Development at ChadaTech</a:t>
            </a:r>
          </a:p>
          <a:p>
            <a:r>
              <a:t>SNHU Travel Project</a:t>
            </a:r>
          </a:p>
          <a:p>
            <a:r>
              <a:t>Mia Slevinsky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ChadaTech Is Considering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ChadaTech has traditionally used a Waterfall development model.</a:t>
            </a:r>
          </a:p>
          <a:p>
            <a:pPr>
              <a:defRPr sz="1800"/>
            </a:pPr>
            <a:r>
              <a:t>The SNHU Travel project used Scrum-Agile to deliver work in smaller increments.</a:t>
            </a:r>
          </a:p>
          <a:p>
            <a:pPr>
              <a:defRPr sz="1800"/>
            </a:pPr>
            <a:r>
              <a:t>Agile emphasizes collaboration, customer feedback, frequent review, and adapting to change.</a:t>
            </a:r>
          </a:p>
          <a:p>
            <a:pPr>
              <a:defRPr sz="1800"/>
            </a:pPr>
            <a:r>
              <a:t>The goal is to determine whether Scrum-Agile is a better fit for future ChadaTech projects.</a:t>
            </a:r>
          </a:p>
          <a:p>
            <a:pPr>
              <a:defRPr sz="1000" i="1"/>
            </a:pPr>
            <a:r>
              <a:t>(IBM, 2026a)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Scrum-Agile 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 Owner: Represents customer and business needs, manages the Product Backlog, and keeps priorities clear.</a:t>
            </a:r>
          </a:p>
          <a:p>
            <a:pPr>
              <a:defRPr sz="1800"/>
            </a:pPr>
            <a:r>
              <a:t>Scrum Master: Supports the Scrum process, helps remove obstacles, and encourages continuous improvement.</a:t>
            </a:r>
          </a:p>
          <a:p>
            <a:pPr>
              <a:defRPr sz="1800"/>
            </a:pPr>
            <a:r>
              <a:t>Developers: Create the product Increment, manage Sprint work, and maintain quality.</a:t>
            </a:r>
          </a:p>
          <a:p>
            <a:pPr>
              <a:defRPr sz="1800"/>
            </a:pPr>
            <a:r>
              <a:t>SNHU Travel example: I experienced all three perspectives—user needs, development work, and keeping the Scrum process organized.</a:t>
            </a:r>
          </a:p>
          <a:p>
            <a:pPr>
              <a:defRPr sz="1000" i="1"/>
            </a:pPr>
            <a:r>
              <a:t>(Scrum.org,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and the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Planning &amp; Requirements: Identify customer needs and create or prioritize user stories.</a:t>
            </a:r>
          </a:p>
          <a:p>
            <a:pPr>
              <a:defRPr sz="1800"/>
            </a:pPr>
            <a:r>
              <a:t>Analysis &amp; Design: Clarify requirements and decide how features should work.</a:t>
            </a:r>
          </a:p>
          <a:p>
            <a:pPr>
              <a:defRPr sz="1800"/>
            </a:pPr>
            <a:r>
              <a:t>Development: Build selected features during the Sprint.</a:t>
            </a:r>
          </a:p>
          <a:p>
            <a:pPr>
              <a:defRPr sz="1800"/>
            </a:pPr>
            <a:r>
              <a:t>Testing: Check completed work against requirements and quality expectations.</a:t>
            </a:r>
          </a:p>
          <a:p>
            <a:pPr>
              <a:defRPr sz="1800"/>
            </a:pPr>
            <a:r>
              <a:t>Review &amp; Feedback: Inspect the Increment and gather stakeholder feedback.</a:t>
            </a:r>
          </a:p>
          <a:p>
            <a:pPr>
              <a:defRPr sz="1800"/>
            </a:pPr>
            <a:r>
              <a:t>Deployment &amp; Maintenance: Release usable work when appropriate and continue improving it.</a:t>
            </a:r>
          </a:p>
          <a:p>
            <a:pPr>
              <a:defRPr sz="1000" i="1"/>
            </a:pPr>
            <a:r>
              <a:t>(Atlassian,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Waterfall Would Have Been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Waterfall: Requirements are defined heavily up front and work moves through sequential phases.</a:t>
            </a:r>
          </a:p>
          <a:p>
            <a:pPr>
              <a:defRPr sz="1800"/>
            </a:pPr>
            <a:r>
              <a:t>Waterfall: Late changes can require revisiting completed work, and feedback is often concentrated around major milestones.</a:t>
            </a:r>
          </a:p>
          <a:p>
            <a:pPr>
              <a:defRPr sz="1800"/>
            </a:pPr>
            <a:r>
              <a:t>Agile: SNHU Travel work was organized through a Product Backlog and Sprints.</a:t>
            </a:r>
          </a:p>
          <a:p>
            <a:pPr>
              <a:defRPr sz="1800"/>
            </a:pPr>
            <a:r>
              <a:t>Agile: Features could be developed, tested, reviewed, and reprioritized incrementally.</a:t>
            </a:r>
          </a:p>
          <a:p>
            <a:pPr>
              <a:defRPr sz="1800"/>
            </a:pPr>
            <a:r>
              <a:t>Example: A Product Owner change could be prioritized for upcoming work instead of forcing the entire project back through earlier phases.</a:t>
            </a:r>
          </a:p>
          <a:p>
            <a:pPr>
              <a:defRPr sz="1000" i="1"/>
            </a:pPr>
            <a:r>
              <a:t>(IBM, 2026b)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Waterfall or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Choose Agile when requirements may change, frequent feedback is valuable, and work can be delivered in smaller increments.</a:t>
            </a:r>
          </a:p>
          <a:p>
            <a:pPr>
              <a:defRPr sz="1800"/>
            </a:pPr>
            <a:r>
              <a:t>Waterfall may fit when requirements are stable, scope is unlikely to change, and sequential approvals or documentation are important.</a:t>
            </a:r>
          </a:p>
          <a:p>
            <a:pPr>
              <a:defRPr sz="1800"/>
            </a:pPr>
            <a:r>
              <a:t>Also consider project complexity, team experience, resources, budget, deadlines, risk, and stakeholder involvement.</a:t>
            </a:r>
          </a:p>
          <a:p>
            <a:pPr>
              <a:defRPr sz="1000" i="1"/>
            </a:pPr>
            <a:r>
              <a:t>(Atlassian, 2026; IBM, 2026b)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for ChadaTech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Benefits: flexibility, communication, smaller increments, frequent feedback, and earlier problem identification.</a:t>
            </a:r>
          </a:p>
          <a:p>
            <a:pPr>
              <a:defRPr sz="1800"/>
            </a:pPr>
            <a:r>
              <a:t>Tradeoffs: consistent communication is required, estimates are not always exact, changes can add work, and final scope can be less predictable.</a:t>
            </a:r>
          </a:p>
          <a:p>
            <a:pPr>
              <a:defRPr sz="1800"/>
            </a:pPr>
            <a:r>
              <a:t>Recommendation: Use Scrum-Agile when customer needs are likely to evolve and regular feedback can improve the product.</a:t>
            </a:r>
          </a:p>
          <a:p>
            <a:pPr>
              <a:defRPr sz="1800"/>
            </a:pPr>
            <a:r>
              <a:t>For SNHU Travel, Scrum-Agile was a better fit because the project benefited from adapting requirements throughout development.</a:t>
            </a:r>
          </a:p>
          <a:p>
            <a:pPr>
              <a:defRPr sz="1000" i="1"/>
            </a:pPr>
            <a:r>
              <a:t>(IBM, 2026c; Scrum.org, 2024)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Atlassian. (2026). What is software development life cycle (SDLC)? The complete guide. https://www.atlassian.com/agile/software-development/sdlc</a:t>
            </a:r>
          </a:p>
          <a:p>
            <a:pPr>
              <a:defRPr sz="1200"/>
            </a:pPr>
            <a:r>
              <a:t>IBM. (2026a). What is software development lifecycle (SDLC)? https://www.ibm.com/think/topics/sdlc</a:t>
            </a:r>
          </a:p>
          <a:p>
            <a:pPr>
              <a:defRPr sz="1200"/>
            </a:pPr>
            <a:r>
              <a:t>IBM. (2026b). Agile vs. Waterfall: What’s the difference? https://www.ibm.com/think/topics/agile-vs-waterfall</a:t>
            </a:r>
          </a:p>
          <a:p>
            <a:pPr>
              <a:defRPr sz="1200"/>
            </a:pPr>
            <a:r>
              <a:t>IBM. (2026c). What is agile project management? https://www.ibm.com/think/topics/agile-project-management</a:t>
            </a:r>
          </a:p>
          <a:p>
            <a:pPr>
              <a:defRPr sz="1200"/>
            </a:pPr>
            <a:r>
              <a:t>Scrum.org. (2024). Developers accountability in Scrum. https://www.scrum.org/resources/blog/developers-accountability-scrum</a:t>
            </a:r>
          </a:p>
          <a:p>
            <a:pPr>
              <a:defRPr sz="1200"/>
            </a:pPr>
            <a:r>
              <a:t>Scrum.org. (2025). Accountability, responsibility and authority in Scrum. https://www.scrum.org/resources/blog/accountability-responsibility-and-authority-scrum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</TotalTime>
  <Words>670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Oswald SemiBold</vt:lpstr>
      <vt:lpstr>Univers Condensed Light</vt:lpstr>
      <vt:lpstr>Orange Experience</vt:lpstr>
      <vt:lpstr>Agile Presentation</vt:lpstr>
      <vt:lpstr>Why ChadaTech Is Considering Agile</vt:lpstr>
      <vt:lpstr>Scrum-Agile Team Roles</vt:lpstr>
      <vt:lpstr>Agile and the SDLC</vt:lpstr>
      <vt:lpstr>How Waterfall Would Have Been Different</vt:lpstr>
      <vt:lpstr>Choosing Waterfall or Agile</vt:lpstr>
      <vt:lpstr>Recommendation for ChadaTech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Mia S</dc:creator>
  <cp:keywords/>
  <dc:description>generated using python-pptx</dc:description>
  <cp:lastModifiedBy>Mia S</cp:lastModifiedBy>
  <cp:revision>2</cp:revision>
  <dcterms:created xsi:type="dcterms:W3CDTF">2013-01-27T09:14:16Z</dcterms:created>
  <dcterms:modified xsi:type="dcterms:W3CDTF">2026-08-15T21:55:24Z</dcterms:modified>
  <cp:category/>
</cp:coreProperties>
</file>